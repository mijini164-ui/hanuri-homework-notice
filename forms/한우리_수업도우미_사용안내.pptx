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이번 달 수업 소개 + 학생별 피드백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023104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487680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엑셀은 이름으로 적는 것과 팀 이름으로 적는 것 두 가지예요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 받으면 편해요. 휴대폰에서는 받은 파일을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이름만 한 줄씩 적고 No·팀 여부·수업요일·단계·수업일 칸은 합쳐(병합) 주세요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9일, 16일'처럼 적어요. 달이 바뀌면 '11월 30일, 12월 2일'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수업요일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요일과 시간을 적어요. 이틀 수업이면 같은 칸에서 Alt+Enter로 줄을 바꿔요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수업일, 특이사항)은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192484" cy="3438144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046180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56448" y="1298448"/>
            <a:ext cx="2980944" cy="3438144"/>
          </a:xfrm>
          <a:prstGeom prst="roundRect">
            <a:avLst>
              <a:gd name="adj" fmla="val 368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371600"/>
            <a:ext cx="2834640" cy="329184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반마다 미리보기가 하나씩 나와요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7764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609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7764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89534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19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엑셀 적는 법이 헷갈려요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페이지 맨 아래 '이번 달 등록된 과정과 책 보기'에서 확인해요.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준비하기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안내문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명단과 숙제 엑셀이 필요해요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206240" cy="48920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① 반 명단 엑셀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수업계획서 탭에서 이미 올렸다면 따로 올리지 않아도 돼요.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88036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팀 이름으로 적었다면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'인원' 칸을 만들어 학생 수를 적어 주세요. 숙제 안내문 장 수가 자동으로 맞춰져요.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46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예) 이름: 목요일 1팀 → 인원: 3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5029200" y="1280160"/>
            <a:ext cx="65836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A3F"/>
                </a:solidFill>
              </a:rPr>
              <a:t>② 숙제 엑셀</a:t>
            </a:r>
            <a:endParaRPr lang="en-US" sz="2000" dirty="0"/>
          </a:p>
        </p:txBody>
      </p:sp>
      <p:pic>
        <p:nvPicPr>
          <p:cNvPr id="13" name="Image 0" descr="숙제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2057400"/>
            <a:ext cx="3200400" cy="24265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86800" y="205740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첫 줄: No 단계 차시 숙제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같은 단계는 단계 칸을 합쳐요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필독서는 비워도 자동으로 들어가요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'1.' '①'로 시작하는 줄이 숙제 한 개, 번호 없는 줄은 덧붙임 글이에요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호 과정은 호수까지 적어요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 안내문 탭에서 숙제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반 명단 칸에 초록색 파일 이름이 보여요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680"/>
                </a:solidFill>
              </a:rPr>
              <a:t>수업계획서 탭에서 올린 명단이 이미 들어와 있어요</a:t>
            </a:r>
            <a:endParaRPr lang="en-US" sz="1800" dirty="0"/>
          </a:p>
        </p:txBody>
      </p:sp>
      <p:sp>
        <p:nvSpPr>
          <p:cNvPr id="10" name="num2"/>
          <p:cNvSpPr/>
          <p:nvPr/>
        </p:nvSpPr>
        <p:spPr>
          <a:xfrm>
            <a:off x="3840480" y="2807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75234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'숙제 엑셀' 칸을 눌러 파일을 골라요</a:t>
            </a:r>
            <a:endParaRPr lang="en-US" sz="1800" dirty="0"/>
          </a:p>
        </p:txBody>
      </p:sp>
      <p:sp>
        <p:nvSpPr>
          <p:cNvPr id="13" name="num3"/>
          <p:cNvSpPr/>
          <p:nvPr/>
        </p:nvSpPr>
        <p:spPr>
          <a:xfrm>
            <a:off x="3840480" y="4133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404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07822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아래에 반별 안내문이 바로 나와요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680"/>
                </a:solidFill>
              </a:rPr>
              <a:t>반 명단이 비어 있으면 여기서 같이 올려도 돼요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79361" cy="2889504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33057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11465" y="1298448"/>
            <a:ext cx="3383852" cy="4855464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617" y="1371600"/>
            <a:ext cx="3237548" cy="47091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90956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42646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장 수 = 학생 수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909560" y="26700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458200" y="261518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909560" y="3858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0956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458200" y="380390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잘못 고쳤으면 '원래대로'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548640" y="4434840"/>
            <a:ext cx="361188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4572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</a:rPr>
              <a:t>숙제가 없는 과정은?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숙제 엑셀에 없는 과정(몰입독서, 어휘, 새싹 등)은 안내문을 만들지 않아요.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1849743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1703439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20954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PDF로 저장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모든 반이 파일 하나에 들어가요. 한 번에 인쇄해요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21538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사진으로 저장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반마다 A4 한 장짜리 사진이 나와요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가운데 점선을 따라 잘라요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교재에 한 장씩 붙여 주세요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7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학생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한 달 전체로도, 차시마다도 보낼 수 있어요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학생과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보낼 범위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 모습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체크하기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문장 만들기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저장해서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학생을 고르고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438144" cy="2393201"/>
          </a:xfrm>
          <a:prstGeom prst="roundRect">
            <a:avLst>
              <a:gd name="adj" fmla="val 458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91840" cy="224689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70248" y="1298448"/>
            <a:ext cx="4169664" cy="3904969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수업 모습 체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371600"/>
            <a:ext cx="4023360" cy="3758665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864108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410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189720" y="142646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반 명단에서 학생을 골라요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과정과 월·호가 자동으로 맞춰져요</a:t>
            </a:r>
            <a:endParaRPr lang="en-US" sz="1500" dirty="0"/>
          </a:p>
        </p:txBody>
      </p:sp>
      <p:sp>
        <p:nvSpPr>
          <p:cNvPr id="12" name="num2"/>
          <p:cNvSpPr/>
          <p:nvPr/>
        </p:nvSpPr>
        <p:spPr>
          <a:xfrm>
            <a:off x="8641080" y="267004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4108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89720" y="261518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보낼 범위를 골라요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한 달 전체 또는 1차시·2차시처럼 차시 하나</a:t>
            </a:r>
            <a:endParaRPr lang="en-US" sz="1500" dirty="0"/>
          </a:p>
        </p:txBody>
      </p:sp>
      <p:sp>
        <p:nvSpPr>
          <p:cNvPr id="15" name="num3"/>
          <p:cNvSpPr/>
          <p:nvPr/>
        </p:nvSpPr>
        <p:spPr>
          <a:xfrm>
            <a:off x="8641080" y="38587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4108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189720" y="380390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상·중·하를 눌러 체크해요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학부모님께는 보이지 않아요. 다시 누르면 지워져요</a:t>
            </a:r>
            <a:endParaRPr lang="en-US" sz="1500" dirty="0"/>
          </a:p>
        </p:txBody>
      </p:sp>
      <p:sp>
        <p:nvSpPr>
          <p:cNvPr id="18" name="num4"/>
          <p:cNvSpPr/>
          <p:nvPr/>
        </p:nvSpPr>
        <p:spPr>
          <a:xfrm>
            <a:off x="8641080" y="50474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4108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9189720" y="499262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덧붙일 말은 선택이에요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적으면 문장 끝에 그대로 들어가요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548640" y="4023360"/>
            <a:ext cx="3611880" cy="914400"/>
          </a:xfrm>
          <a:prstGeom prst="roundRect">
            <a:avLst>
              <a:gd name="adj" fmla="val 14000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4069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3550"/>
                </a:solidFill>
              </a:rPr>
              <a:t>체크하지 않은 항목은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문장에 넣지 않아요. 필요한 항목만 눌러 주세요.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'문장 만들기'를 누르고 다듬어요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672375" cy="4855464"/>
          </a:xfrm>
          <a:prstGeom prst="roundRect">
            <a:avLst>
              <a:gd name="adj" fmla="val 2988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문장 만들기와 인사말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526071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9768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976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42646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수업 내용으로 시작하는 문장이 들어가요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읽은 책과 활동 → 체크한 항목 → 마지막 인사말 순서예요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9768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252374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눌러서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아래 칸에 내 인사말을 추가할 수도 있어요 (내 기기에 저장)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9768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62102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표현이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같은 반 친구들 문장이 겹치지 않게 골라 주세요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9768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9768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471830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문장은 눌러서 직접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문장은 그대로 이미지에 들어가고, 다시 만들기 전에 한 번 물어봐요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97680" y="5532120"/>
            <a:ext cx="7315200" cy="640080"/>
          </a:xfrm>
          <a:prstGeom prst="roundRect">
            <a:avLst>
              <a:gd name="adj" fmla="val 20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80560" y="553212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 '문장 복사'로 카톡에 붙여 넣을 수도 있어요.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687980" cy="4855464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54167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58768" y="1298448"/>
            <a:ext cx="2889504" cy="2965704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차시 하나만 들어간 이미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71600"/>
            <a:ext cx="2743200" cy="2819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840480" y="5440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한 달 전체 (왼쪽)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차시 하나 (오른쪽)</a:t>
            </a:r>
            <a:endParaRPr lang="en-US" sz="1300" dirty="0"/>
          </a:p>
        </p:txBody>
      </p:sp>
      <p:sp>
        <p:nvSpPr>
          <p:cNvPr id="10" name="num1"/>
          <p:cNvSpPr/>
          <p:nvPr/>
        </p:nvSpPr>
        <p:spPr>
          <a:xfrm>
            <a:off x="72237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2237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142646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고른 범위의 수업 소개와 피드백이 한 장에 들어가요</a:t>
            </a:r>
            <a:endParaRPr lang="en-US" sz="1700" dirty="0"/>
          </a:p>
        </p:txBody>
      </p:sp>
      <p:sp>
        <p:nvSpPr>
          <p:cNvPr id="13" name="num2"/>
          <p:cNvSpPr/>
          <p:nvPr/>
        </p:nvSpPr>
        <p:spPr>
          <a:xfrm>
            <a:off x="7223760" y="2807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275234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학부모님께 카톡으로 보내요</a:t>
            </a:r>
            <a:endParaRPr lang="en-US" sz="1700" dirty="0"/>
          </a:p>
        </p:txBody>
      </p:sp>
      <p:sp>
        <p:nvSpPr>
          <p:cNvPr id="16" name="num3"/>
          <p:cNvSpPr/>
          <p:nvPr/>
        </p:nvSpPr>
        <p:spPr>
          <a:xfrm>
            <a:off x="7223760" y="41330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2376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07822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체크를 안 하고 저장하면 맨 아래 칸이 빠져요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7223760" y="5440680"/>
            <a:ext cx="4389120" cy="731520"/>
          </a:xfrm>
          <a:prstGeom prst="roundRect">
            <a:avLst>
              <a:gd name="adj" fmla="val 175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06640" y="5440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체크한 내용은 저장되지 않아요. 다른 학생을 고르면 새로 시작해요.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2026-10-22T03:04:06Z</dcterms:created>
  <dcterms:modified xsi:type="dcterms:W3CDTF">2026-10-22T03:04:06Z</dcterms:modified>
</cp:coreProperties>
</file>