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반 공통 + 학생별 피드백 문장과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388864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524256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엑셀(이름으로 적기·팀 이름으로 적기), 숙제 엑셀(빈칸), HTML 파일 하나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받은 파일 이름이 메뉴 이름과 같아요. 컴퓨터에서 받으면 편하고, 휴대폰에서는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둘째 줄부터 이름만 적고 나머지 칸은 비워 둬요. No 칸을 합쳐도 돼요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9일'처럼 적어요. 10월 수업이면 10월 책, 11월이면 11월 책이 자동으로 들어가요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수업요일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요일과 시간을 적어요. 이틀 수업이면 같은 칸에서 Alt+Enter로 줄을 바꿔요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수업일, 특이사항, 인원)은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371642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225338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385048" y="1298448"/>
            <a:ext cx="3094091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371600"/>
            <a:ext cx="2947787" cy="256032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반마다 미리보기가 하나씩 나와요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7764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609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7764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89534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19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휴대폰에서 저장이 안 돼요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저장을 누르면 공유 창이 열려요. 안 되면 그림이 크게 뜨니 길게 눌러 저장해요. 카톡 링크는 기본 브라우저로 다시 열려요.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들어왔는지 확인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적기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(화면 또는 엑셀)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명단은 이미 들어와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반 명단 칸에 파일 이름이 보여요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수업계획서 탭에서 올린 명단이 같이 들어와요. 비어 있으면 여기서 올려도 돼요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840480" y="29443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88950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숙제 엑셀은 없어도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다음 단계에서 화면에 바로 적을 수 있어요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7818120" y="1280160"/>
            <a:ext cx="3794760" cy="4892040"/>
          </a:xfrm>
          <a:prstGeom prst="roundRect">
            <a:avLst>
              <a:gd name="adj" fmla="val 337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08760"/>
            <a:ext cx="3383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팀 이름으로 적었다면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'인원' 칸에 학생 수를 적어 주세요. 숙제 안내문 장 수가 자동으로 맞춰져요.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680"/>
                </a:solidFill>
              </a:rPr>
              <a:t>예) 이름: 목요일 1팀 → 인원: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숙제는 화면에 바로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190682" cy="4855464"/>
          </a:xfrm>
          <a:prstGeom prst="roundRect">
            <a:avLst>
              <a:gd name="adj" fmla="val 500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숙제 적기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4437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1148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426464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우리 반 과정만 차시별로 나와요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차시 옆에 그날 필독서가 보여요</a:t>
            </a:r>
            <a:endParaRPr lang="en-US" sz="1500" dirty="0"/>
          </a:p>
        </p:txBody>
      </p:sp>
      <p:sp>
        <p:nvSpPr>
          <p:cNvPr id="10" name="num2"/>
          <p:cNvSpPr/>
          <p:nvPr/>
        </p:nvSpPr>
        <p:spPr>
          <a:xfrm>
            <a:off x="4114800" y="2651760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9689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자주 쓰는 숙제 버튼을 누르면 칸에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'1.' '①'로 시작하는 줄이 숙제 한 개, 번호 없는 줄은 덧붙임 글이에요</a:t>
            </a:r>
            <a:endParaRPr lang="en-US" sz="1500" dirty="0"/>
          </a:p>
        </p:txBody>
      </p:sp>
      <p:sp>
        <p:nvSpPr>
          <p:cNvPr id="13" name="num3"/>
          <p:cNvSpPr/>
          <p:nvPr/>
        </p:nvSpPr>
        <p:spPr>
          <a:xfrm>
            <a:off x="4114800" y="3822192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76732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같은 과정을 듣는 반에는 모두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10월 반과 11월 반은 '독서리더1 (10월)'처럼 따로 적어요</a:t>
            </a:r>
            <a:endParaRPr lang="en-US" sz="1500" dirty="0"/>
          </a:p>
        </p:txBody>
      </p:sp>
      <p:sp>
        <p:nvSpPr>
          <p:cNvPr id="16" name="num4"/>
          <p:cNvSpPr/>
          <p:nvPr/>
        </p:nvSpPr>
        <p:spPr>
          <a:xfrm>
            <a:off x="4114800" y="4992624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적은 숙제는 이 기기에 남아요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다음에 열어도 그대로예요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8321040" y="128016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49640" y="1508760"/>
            <a:ext cx="2880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엑셀이 편하다면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4A"/>
                </a:solidFill>
              </a:rPr>
              <a:t>'숙제 엑셀 양식 받기'를 누르면 우리 반 과정·차시·필독서가 미리 들어간 엑셀이 나와요. 숙제 칸만 채워 1단계 '숙제 엑셀'에 올리면 돼요.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98538" cy="4855464"/>
          </a:xfrm>
          <a:prstGeom prst="roundRect">
            <a:avLst>
              <a:gd name="adj" fmla="val 322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별 숙제 안내문 확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52234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3434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42646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장 수 = 학생 수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343400" y="2715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34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66090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343400" y="3950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43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89534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제목·수업시간·필독서·소주제·숙제를 바로 고칠 수 있어요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366760" y="1280160"/>
            <a:ext cx="3246120" cy="4892040"/>
          </a:xfrm>
          <a:prstGeom prst="roundRect">
            <a:avLst>
              <a:gd name="adj" fmla="val 3944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95360" y="1508760"/>
            <a:ext cx="2834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숙제가 없는 과정은?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숙제를 적지 않은 과정(몰입독서, 어휘, 새싹 등)은 안내문을 만들지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2729720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2583416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41788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412394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PDF로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모든 반이 파일 하나에. 한 번에 인쇄해요</a:t>
            </a:r>
            <a:endParaRPr lang="en-US" sz="1400" dirty="0"/>
          </a:p>
        </p:txBody>
      </p:sp>
      <p:sp>
        <p:nvSpPr>
          <p:cNvPr id="10" name="num2"/>
          <p:cNvSpPr/>
          <p:nvPr/>
        </p:nvSpPr>
        <p:spPr>
          <a:xfrm>
            <a:off x="640080" y="47274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67258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사진으로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A4 한 장짜리 사진이 나와요</a:t>
            </a:r>
            <a:endParaRPr lang="en-US" sz="14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엑셀로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적은 숙제를 남겨 두었다가 다음에 다시 올려요</a:t>
            </a:r>
            <a:endParaRPr lang="en-US" sz="1400" dirty="0"/>
          </a:p>
        </p:txBody>
      </p:sp>
      <p:sp>
        <p:nvSpPr>
          <p:cNvPr id="16" name="num4"/>
          <p:cNvSpPr/>
          <p:nvPr/>
        </p:nvSpPr>
        <p:spPr>
          <a:xfrm>
            <a:off x="640080" y="58247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824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7698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가운데 점선을 따라 잘라 붙여요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20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학부모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공통 피드백은 한 번만 쓰고, 학생마다 체크만 더해요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공통 피드백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한 번 쓰기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학생마다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상·중·하 체크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완성본 복사·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반을 고르고 공통 피드백을 써요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5815584" cy="1722140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5669280" cy="15758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3081528"/>
            <a:ext cx="5815584" cy="2113768"/>
          </a:xfrm>
          <a:prstGeom prst="roundRect">
            <a:avLst>
              <a:gd name="adj" fmla="val 51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반 공통 피드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5669280" cy="1967464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426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명단에서 반을 골라요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과정과 그 달 활동리포트가 자동으로 맞춰져요 (10월 반은 10월)</a:t>
            </a:r>
            <a:endParaRPr lang="en-US" sz="1600" dirty="0"/>
          </a:p>
        </p:txBody>
      </p:sp>
      <p:sp>
        <p:nvSpPr>
          <p:cNvPr id="12" name="num2"/>
          <p:cNvSpPr/>
          <p:nvPr/>
        </p:nvSpPr>
        <p:spPr>
          <a:xfrm>
            <a:off x="676656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7665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569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'수업 내용으로 채우기'를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차시별로 읽은 책과 활동이 들어가요. 필요한 부분만 남겨요</a:t>
            </a:r>
            <a:endParaRPr lang="en-US" sz="1600" dirty="0"/>
          </a:p>
        </p:txBody>
      </p:sp>
      <p:sp>
        <p:nvSpPr>
          <p:cNvPr id="15" name="num3"/>
          <p:cNvSpPr/>
          <p:nvPr/>
        </p:nvSpPr>
        <p:spPr>
          <a:xfrm>
            <a:off x="676656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665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3712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친구 모두에게 똑같이 들어가요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{이름}이라고 쓰면 학생마다 이름으로 바뀌어요</a:t>
            </a:r>
            <a:endParaRPr lang="en-US" sz="1600" dirty="0"/>
          </a:p>
        </p:txBody>
      </p:sp>
      <p:sp>
        <p:nvSpPr>
          <p:cNvPr id="18" name="num4"/>
          <p:cNvSpPr/>
          <p:nvPr/>
        </p:nvSpPr>
        <p:spPr>
          <a:xfrm>
            <a:off x="676656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76656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4855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명단이 없으면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'과정·월 직접 고르기'에서 과정과 월·호를 골라요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학생마다 상·중·하를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4451822" cy="485546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별 상중하 체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430551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142646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학생 이름을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'다음 학생 →'으로 차례로 넘어가요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76656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252374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항목마다 상·중·하를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필독서 이해·협동심·어휘력·토론능력·수업 참여도·발표·글쓰기. 다시 누르면 지워져요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76656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62102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개인 피드백을 직접 써도 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체크한 문장 뒤에 이어서 들어가요</a:t>
            </a:r>
            <a:endParaRPr lang="en-US" sz="1600" dirty="0"/>
          </a:p>
        </p:txBody>
      </p:sp>
      <p:sp>
        <p:nvSpPr>
          <p:cNvPr id="16" name="num4"/>
          <p:cNvSpPr/>
          <p:nvPr/>
        </p:nvSpPr>
        <p:spPr>
          <a:xfrm>
            <a:off x="676656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47183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이름이 없는 팀 반도 체크할 수 있어요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'학생 이름 없이 쓰기'로 쓰고, '지우고 다음 친구 쓰기'로 넘어가요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766560" y="5669280"/>
            <a:ext cx="4846320" cy="548640"/>
          </a:xfrm>
          <a:prstGeom prst="roundRect">
            <a:avLst>
              <a:gd name="adj" fmla="val 2333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49440" y="5669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피드백은 저장되지 않아요. 새로고침하면 지워지니 복사하거나 이미지로 저장해요.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완성본을 확인하고 복사해요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972730" cy="4855464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본과 인사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826426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0624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062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42646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공통 + 개인 피드백 + 인사말이 자동으로 합쳐져요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0624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062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52374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8가지 중에 고르거나 내 인사말을 추가해요 (이 기기에 남아요)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0624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62102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문장이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완성본을 눌러 직접 고쳐도 돼요. '다시 합치기'로 되돌려요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0624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0624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471830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'문장 복사' → 카톡에 붙여 넣어요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'반 전체 완성본 모아 보기'에서 학생별로, 또는 한 번에 복사해요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06240" y="5623560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6235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532367" cy="4855464"/>
          </a:xfrm>
          <a:prstGeom prst="roundRect">
            <a:avLst>
              <a:gd name="adj" fmla="val 433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86063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3192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3192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426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이번 달 수업 소개와 학생 피드백이 한 장에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3192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569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휴대폰에서는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공유 창에서 사진에 저장해요. 안 되면 그림이 크게 뜨니 길게 눌러 저장해요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3192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3192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712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차시 하나만 보내려면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'과정·월 직접 고르기'의 보낼 범위에서 차시를 골라요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393192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319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4855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공통·개인 피드백이 비어 있으면 맨 아래 칸이 빠져요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5074920"/>
            <a:ext cx="7863840" cy="0"/>
          </a:xfrm>
          <a:prstGeom prst="line">
            <a:avLst/>
          </a:prstGeom>
          <a:noFill/>
          <a:ln w="12700">
            <a:solidFill>
              <a:srgbClr val="3D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5303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한우리 안산단원지부 드림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2026-10-23T04:52:17Z</dcterms:created>
  <dcterms:modified xsi:type="dcterms:W3CDTF">2026-10-23T04:52:17Z</dcterms:modified>
</cp:coreProperties>
</file>